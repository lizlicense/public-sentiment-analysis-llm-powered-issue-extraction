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3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64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B7642-B353-2B4B-B2B1-5200A78C1ED7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DB06B-229C-144D-A3B7-AAAA8C55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4222145f4a_0_1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g24222145f4a_0_122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g24222145f4a_0_1221:notes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D93A-A78D-456C-F1BA-C5BF20B8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8692F-B32A-169A-745A-C3A71CBDB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08EA3-7C93-10F3-146A-44FFC8D8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EE075-8833-3C5C-C71C-BE8CB66F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3EC6-D01C-BFF2-3749-9CD174CC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5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7E07-11EA-F563-1F9C-0AE786CF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8740D-D49C-40BC-4390-2249BC158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ED43-67BA-16A3-A7F3-C3D0A98E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2EB8-E5BF-463E-F3FE-18471E297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D48C-AD49-50E4-82CF-D1A68C52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07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72EF-75C9-2E16-0370-7750DB5C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3D0E5-3F98-571A-907B-1BE411D23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AC597-EFF4-69FF-D84C-F9FE4370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943EC-46E5-AE54-23D0-82DB8190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F4554-8AE4-8312-F8E2-FDB1F996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5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B14E-EC1A-CEB7-3DD9-FC55628A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FC9A5-B5E6-C23B-3DAF-851168FB7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2D71-CE41-A530-E2A9-8A34AE6A5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3C509-125D-EFFE-7A85-3D82B644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C51B3-076F-63FC-7BB1-985DF756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FD6E-B166-5C00-0CB4-9FC2570F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5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A6DF-0F05-E6C7-2805-9C9C995D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ED22C-3A89-A029-AB65-907D88E56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2B57E-C6AC-E68E-61CB-DD1707A4A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59FC8-F21E-CA83-82B3-0127A97F6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5968AB-CA15-E8FE-4FBF-19E9A51FF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BED5E-115E-4FB1-E015-7843EAF3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0651A-B93D-949B-46F6-F962BB56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81BCBC-FF65-6343-4349-4C9E35E2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8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C978-B833-9211-A322-1907EE2B3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7869B-0DA1-1A4F-B73F-D49D0BEE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1C5F0-293E-1718-606A-4C5A6A30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97E27-3F50-3DFC-04E7-DC7823E0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3F74F-D7A7-9C62-7E6C-E902134E7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DF2B7-8126-E8F1-B5B8-AC75F608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22276-0EA4-C769-712B-96406B40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2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3AD2-9D3C-5150-D437-15D421F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E28F-87A5-40AC-B60D-9489BA23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44B67-8155-7EC9-1A06-8BA387F34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F341F-50F0-5397-23A0-8117B6ED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862B8-8739-0123-8D80-D1AB6AF7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4B092-2DAD-4C07-BD9E-31DB7CDC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4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2020-6A6C-B368-D46A-1C98B40E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9D2D6-51AF-B2CF-15D0-95666FB7A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6F60A-1702-A309-3FEC-7B39FE5AB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D23A4-0EB1-3CF3-B6AA-38A9C6629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A9EDD-8DA4-073C-FE48-7F932F97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03D31-F6FC-8FA6-B178-73DE5416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92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48DD-BAD4-AAEE-CB1A-8586FAFE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BFBC6-D2A8-42C7-CD7F-D4D1E5808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CEE1B-FE4D-B5A9-D7C0-2B4D01E5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C7891-942A-46F2-66C2-0A86A818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A9B9F-0006-FD0C-BAEA-9C3C96E7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3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FCF34-E3EC-5BDA-2554-C980D8244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29B9C-D8B0-5BD1-55CF-5ADD9945D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A80F5-A5FB-FFBB-9F51-3F12C4FB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03F68-56C9-33AC-BF47-969C054B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D6FEE-5CE8-9322-DBFC-1CA83933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65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 l="-1" r="49658"/>
          <a:stretch/>
        </p:blipFill>
        <p:spPr>
          <a:xfrm>
            <a:off x="1" y="1"/>
            <a:ext cx="12191999" cy="13622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7"/>
          <p:cNvCxnSpPr/>
          <p:nvPr/>
        </p:nvCxnSpPr>
        <p:spPr>
          <a:xfrm>
            <a:off x="0" y="1362269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D5A10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54208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38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6BB02-548D-7AC0-FD1C-85568EC0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E936F-5919-04F5-1F76-73055202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97F57-260C-C8C2-904E-8DCCA2FBA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AD244-9817-3047-A477-01BB4324E821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63691-8C8F-D460-C5C9-01D86DBE7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47E2E-EA0A-5DEA-BE96-30CB53260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FB5B2-ACED-4C4A-A8C8-EE412B7C9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7402075" y="6453100"/>
            <a:ext cx="460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Widescreen</PresentationFormat>
  <Paragraphs>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#LIAO ZIXIN#</dc:creator>
  <cp:lastModifiedBy>#LIAO ZIXIN#</cp:lastModifiedBy>
  <cp:revision>1</cp:revision>
  <dcterms:created xsi:type="dcterms:W3CDTF">2026-07-06T13:08:18Z</dcterms:created>
  <dcterms:modified xsi:type="dcterms:W3CDTF">2026-07-06T13:09:17Z</dcterms:modified>
</cp:coreProperties>
</file>